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168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645920"/>
            <a:ext cx="9034272" cy="2011680"/>
          </a:xfrm>
          <a:prstGeom prst="rect">
            <a:avLst/>
          </a:prstGeom>
          <a:solidFill>
            <a:srgbClr val="00E5A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AssinaDoc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Web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560320"/>
            <a:ext cx="2743200" cy="411480"/>
          </a:xfrm>
          <a:prstGeom prst="rect">
            <a:avLst/>
          </a:prstGeom>
          <a:solidFill>
            <a:srgbClr val="1A1D25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RSA-2048  ·  SHA-256  ·  Node.js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8229600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Matéria: Segurança de Sistemas  ·  Emmanuel Peralta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4114800"/>
            <a:ext cx="1371600" cy="1028700"/>
          </a:xfrm>
          <a:prstGeom prst="rect">
            <a:avLst/>
          </a:prstGeom>
          <a:solidFill>
            <a:srgbClr val="00E5A0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4160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kern="0" spc="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AssinaDoc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de assinatura digital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+ SHA-256 · Backend seguro · Banco em nuvem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090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de chaves RSA-2048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33649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com SHA-256 + chave privada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639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pública por ID ou manual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913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em PostgreSQL (Neon)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testes de integração — 100% passando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Peralta · Segurança de Sistemas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é o AssinaDoc?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34747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Geração de Chaves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487168"/>
            <a:ext cx="2505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recebe um par de chaves RSA-2048 (pública + privada) gerado automaticamente no cadastro.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834640" cy="34747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83464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43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Assinatura de Textos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0712" y="2487168"/>
            <a:ext cx="2505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digita um texto e o sistema o assina com sua chave privada, gerando um hash SHA-256 rastreável.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834640" cy="34747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51560"/>
            <a:ext cx="283464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143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Verificação Pública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487168"/>
            <a:ext cx="2505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pode verificar se uma assinatura é válida usando o ID ou colando texto + assinatura manualmente.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Tecnológico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5486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36776"/>
            <a:ext cx="841248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36776"/>
            <a:ext cx="54864" cy="548640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367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63677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841248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67712"/>
            <a:ext cx="54864" cy="54864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677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Criptografia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26771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nativo do Node.js (RSA-2048 + SHA-256)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841248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98648"/>
            <a:ext cx="54864" cy="5486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98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28986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hospedado no Neon (cloud)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29584"/>
            <a:ext cx="841248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9584"/>
            <a:ext cx="54864" cy="548640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9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52958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— 3 tabelas: users, signatures, verification_logs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60520"/>
            <a:ext cx="54864" cy="54864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60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4160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testes de integração — 100% passando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 1 — Cadastro &amp; Login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11680"/>
            <a:ext cx="7534656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21792" y="1719072"/>
            <a:ext cx="548640" cy="5486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371600" cy="7315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069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Preenche formulário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435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senha no frontend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0" y="1417320"/>
            <a:ext cx="73152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senha no frontend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66544" y="1719072"/>
            <a:ext cx="548640" cy="5486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19072" y="1051560"/>
            <a:ext cx="1371600" cy="7315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64792" y="1069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/register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64792" y="1435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recebe a requisição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90672" y="1417320"/>
            <a:ext cx="73152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73352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recebe a requisição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11296" y="1719072"/>
            <a:ext cx="548640" cy="5486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Text 19"/>
          <p:cNvSpPr/>
          <p:nvPr/>
        </p:nvSpPr>
        <p:spPr>
          <a:xfrm>
            <a:off x="3511296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63824" y="1051560"/>
            <a:ext cx="1371600" cy="7315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9544" y="1069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 RSA-2048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9544" y="1435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generateKeyPair() → par de chaves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35424" y="1417320"/>
            <a:ext cx="73152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18104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generateKeyPair() → par de chaves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56048" y="1719072"/>
            <a:ext cx="548640" cy="5486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08576" y="1051560"/>
            <a:ext cx="1371600" cy="7315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54296" y="1069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da senha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54296" y="1435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da senha com salt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80176" y="1417320"/>
            <a:ext cx="73152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2856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da senha com salt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0" y="1719072"/>
            <a:ext cx="548640" cy="5486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53328" y="1051560"/>
            <a:ext cx="1371600" cy="7315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99048" y="1069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 no banco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99048" y="1435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users com chaves e hash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24928" y="1417320"/>
            <a:ext cx="73152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07608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users com chaves e hash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45552" y="1719072"/>
            <a:ext cx="548640" cy="54864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2" name="Text 40"/>
          <p:cNvSpPr/>
          <p:nvPr/>
        </p:nvSpPr>
        <p:spPr>
          <a:xfrm>
            <a:off x="7845552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</a:rPr>
              <a:t>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98080" y="1051560"/>
            <a:ext cx="1371600" cy="73152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43800" y="1069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/login → token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1435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e retorna Bearer token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5236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e retorna Bearer token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371600" y="3337560"/>
            <a:ext cx="6400800" cy="640080"/>
          </a:xfrm>
          <a:prstGeom prst="rect">
            <a:avLst/>
          </a:prstGeom>
          <a:solidFill>
            <a:srgbClr val="1A1D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Usuário autenticado com token Bearer · Chaves RSA armazenadas no banco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 2 — Assinatura de Documentos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512064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Usuário digita 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 no 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9FF"/>
                </a:solidFill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512064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18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6184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/sign + token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618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Authorization: Bearer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167128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9FF"/>
                </a:solidFill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76856"/>
            <a:ext cx="512064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76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#️⃣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2768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do texto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22768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calculado no 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825496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9FF"/>
                </a:solidFill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35224"/>
            <a:ext cx="512064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935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935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RSA-SHA256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935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 com chave privada do usuário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483864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9FF"/>
                </a:solidFill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93592"/>
            <a:ext cx="512064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93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 no banco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35935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signatures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14223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9FF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512064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🆔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4251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signatureId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único da assinatura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960120"/>
            <a:ext cx="3200400" cy="3429000"/>
          </a:xfrm>
          <a:prstGeom prst="rect">
            <a:avLst/>
          </a:prstGeom>
          <a:solidFill>
            <a:srgbClr val="1A1D25"/>
          </a:solidFill>
          <a:ln w="12700">
            <a:solidFill>
              <a:srgbClr val="009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0" y="960120"/>
            <a:ext cx="3200400" cy="384048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0" y="960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 signatures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18196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0" y="2221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0" y="2624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textHash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52160" y="30266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52160" y="3429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52160" y="38313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 3 — Verificação de Assinatura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200400"/>
          </a:xfrm>
          <a:prstGeom prst="rect">
            <a:avLst/>
          </a:prstGeom>
          <a:solidFill>
            <a:srgbClr val="1A1D25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ID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" cy="25603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cola o signatureId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02536"/>
            <a:ext cx="256032" cy="25603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002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/verify/:id (sem login)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96312"/>
            <a:ext cx="256032" cy="25603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24963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assinatura + chave pública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90088"/>
            <a:ext cx="256032" cy="25603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verifySignature() → true/false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256032" cy="25603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" y="34838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 em verification_logs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960120"/>
            <a:ext cx="4114800" cy="3200400"/>
          </a:xfrm>
          <a:prstGeom prst="rect">
            <a:avLst/>
          </a:prstGeom>
          <a:solidFill>
            <a:srgbClr val="1A1D25"/>
          </a:solidFill>
          <a:ln w="12700">
            <a:solidFill>
              <a:srgbClr val="009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960120"/>
            <a:ext cx="4114800" cy="411480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1508760"/>
            <a:ext cx="256032" cy="256032"/>
          </a:xfrm>
          <a:prstGeom prst="ellipse">
            <a:avLst/>
          </a:prstGeom>
          <a:solidFill>
            <a:srgbClr val="0099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9496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username + texto + assinatura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002536"/>
            <a:ext cx="256032" cy="256032"/>
          </a:xfrm>
          <a:prstGeom prst="ellipse">
            <a:avLst/>
          </a:prstGeom>
          <a:solidFill>
            <a:srgbClr val="0099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94960" y="2002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/verify/manual (sem login)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2496312"/>
            <a:ext cx="256032" cy="256032"/>
          </a:xfrm>
          <a:prstGeom prst="ellipse">
            <a:avLst/>
          </a:prstGeom>
          <a:solidFill>
            <a:srgbClr val="0099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94960" y="24963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chave pública do usuário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2990088"/>
            <a:ext cx="256032" cy="256032"/>
          </a:xfrm>
          <a:prstGeom prst="ellipse">
            <a:avLst/>
          </a:prstGeom>
          <a:solidFill>
            <a:srgbClr val="0099F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9496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verifySignature() → true/false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3483864"/>
            <a:ext cx="256032" cy="256032"/>
          </a:xfrm>
          <a:prstGeom prst="ellipse">
            <a:avLst/>
          </a:prstGeom>
          <a:solidFill>
            <a:srgbClr val="0099FF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809"/>
                </a:solidFill>
              </a:rPr>
              <a:t>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94960" y="34838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 em verification_logs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315968"/>
            <a:ext cx="411480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315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VÁLIDA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63440" y="4315968"/>
            <a:ext cx="4114800" cy="548640"/>
          </a:xfrm>
          <a:prstGeom prst="rect">
            <a:avLst/>
          </a:prstGeom>
          <a:solidFill>
            <a:srgbClr val="1A1D25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315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INVÁLIDA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Banco de Dados — 3 Tabelas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3566160"/>
          </a:xfrm>
          <a:prstGeom prst="rect">
            <a:avLst/>
          </a:prstGeom>
          <a:solidFill>
            <a:srgbClr val="1A1D25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Preenchida em: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/register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2651760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762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6382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publicKey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4930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privateKey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834640" cy="3566160"/>
          </a:xfrm>
          <a:prstGeom prst="rect">
            <a:avLst/>
          </a:prstGeom>
          <a:solidFill>
            <a:srgbClr val="1A1D25"/>
          </a:solidFill>
          <a:ln w="12700">
            <a:solidFill>
              <a:srgbClr val="009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2834640" cy="457200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Preenchida em: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/sign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103120"/>
            <a:ext cx="2651760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1762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25054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(FK)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28346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316382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textHash (SHA-256)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34930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(base64)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38221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415137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1005840"/>
            <a:ext cx="2834640" cy="3566160"/>
          </a:xfrm>
          <a:prstGeom prst="rect">
            <a:avLst/>
          </a:prstGeom>
          <a:solidFill>
            <a:srgbClr val="1A1D25"/>
          </a:solidFill>
          <a:ln w="12700">
            <a:solidFill>
              <a:srgbClr val="FF4D6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005840"/>
            <a:ext cx="2834640" cy="45720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verification_logs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Preenchida em: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/verify/:id  |  POST /verify/manual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2103120"/>
            <a:ext cx="2651760" cy="0"/>
          </a:xfrm>
          <a:prstGeom prst="line">
            <a:avLst/>
          </a:prstGeom>
          <a:noFill/>
          <a:ln w="12700">
            <a:solidFill>
              <a:srgbClr val="2529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17627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250545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signatureId (FK)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28346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(VALID/INVALID)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316382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verifiedAt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349300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ipAddress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9360" y="38221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Criptografia — Por que funciona?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1A1D25"/>
          </a:solidFill>
          <a:ln w="12700">
            <a:solidFill>
              <a:srgbClr val="FF4D6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🔐 Chave Privada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Guardada no servidor.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ela gera assinaturas válidas.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é compartilhada.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4114800" cy="1828800"/>
          </a:xfrm>
          <a:prstGeom prst="rect">
            <a:avLst/>
          </a:prstGeom>
          <a:solidFill>
            <a:srgbClr val="1A1D25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🔓 Chave Pública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600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para todos.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matematicamente se a assinatura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feita pela chave privada correspondente.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60520" y="1508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</a:rPr>
              <a:t>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que tornam a assinatura INVÁLIDA: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2834640" cy="1371600"/>
          </a:xfrm>
          <a:prstGeom prst="rect">
            <a:avLst/>
          </a:prstGeom>
          <a:solidFill>
            <a:srgbClr val="1A1D25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015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alterado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 SHA-256 muda → verificação falha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37560" y="3364992"/>
            <a:ext cx="2834640" cy="1371600"/>
          </a:xfrm>
          <a:prstGeom prst="rect">
            <a:avLst/>
          </a:prstGeom>
          <a:solidFill>
            <a:srgbClr val="1A1D25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4015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✒️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3886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Assinatura adulterada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4178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não bate com a chave pública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3364992"/>
            <a:ext cx="2834640" cy="1371600"/>
          </a:xfrm>
          <a:prstGeom prst="rect">
            <a:avLst/>
          </a:prstGeom>
          <a:solidFill>
            <a:srgbClr val="1A1D25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4015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3886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Usuário errado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178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chave pública diferente → verificação falha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—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914400" cy="365760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Método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34440" y="914400"/>
            <a:ext cx="2194560" cy="365760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914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914400"/>
            <a:ext cx="1371600" cy="365760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914400"/>
            <a:ext cx="3931920" cy="365760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Descrição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8549640" cy="420624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389888"/>
            <a:ext cx="777240" cy="274320"/>
          </a:xfrm>
          <a:prstGeom prst="rect">
            <a:avLst/>
          </a:prstGeom>
          <a:solidFill>
            <a:srgbClr val="0099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1325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3258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325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usuário + gera par de chaves RSA-2048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783080"/>
            <a:ext cx="8549640" cy="420624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1847088"/>
            <a:ext cx="777240" cy="274320"/>
          </a:xfrm>
          <a:prstGeom prst="rect">
            <a:avLst/>
          </a:prstGeom>
          <a:solidFill>
            <a:srgbClr val="0099F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847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4440" y="1783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17830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17830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e retorna token Bearer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240280"/>
            <a:ext cx="8549640" cy="420624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304288"/>
            <a:ext cx="777240" cy="274320"/>
          </a:xfrm>
          <a:prstGeom prst="rect">
            <a:avLst/>
          </a:prstGeom>
          <a:solidFill>
            <a:srgbClr val="0099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304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4440" y="22402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22402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🔒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240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 texto com chave privada do usuário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697480"/>
            <a:ext cx="8549640" cy="420624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2761488"/>
            <a:ext cx="777240" cy="274320"/>
          </a:xfrm>
          <a:prstGeom prst="rect">
            <a:avLst/>
          </a:prstGeom>
          <a:solidFill>
            <a:srgbClr val="00E5A0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27614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34440" y="26974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/verify/:id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0" y="2697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2697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assinatura por ID — salva log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154680"/>
            <a:ext cx="8549640" cy="420624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3218688"/>
            <a:ext cx="777240" cy="274320"/>
          </a:xfrm>
          <a:prstGeom prst="rect">
            <a:avLst/>
          </a:prstGeom>
          <a:solidFill>
            <a:srgbClr val="0099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34440" y="3154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/verify/manual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0" y="3154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🌐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31546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colando texto + assinatura base64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3611880"/>
            <a:ext cx="8549640" cy="420624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44" name="Shape 42"/>
          <p:cNvSpPr/>
          <p:nvPr/>
        </p:nvSpPr>
        <p:spPr>
          <a:xfrm>
            <a:off x="320040" y="3675888"/>
            <a:ext cx="777240" cy="274320"/>
          </a:xfrm>
          <a:prstGeom prst="rect">
            <a:avLst/>
          </a:prstGeom>
          <a:solidFill>
            <a:srgbClr val="00E5A0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3675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234440" y="36118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/my-signatures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74720" y="36118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🔒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92040" y="3611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assinaturas do usuário logado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069080"/>
            <a:ext cx="8549640" cy="420624"/>
          </a:xfrm>
          <a:prstGeom prst="rect">
            <a:avLst/>
          </a:prstGeom>
          <a:solidFill>
            <a:srgbClr val="1A1D25"/>
          </a:solidFill>
          <a:ln/>
        </p:spPr>
      </p:sp>
      <p:sp>
        <p:nvSpPr>
          <p:cNvPr id="50" name="Shape 48"/>
          <p:cNvSpPr/>
          <p:nvPr/>
        </p:nvSpPr>
        <p:spPr>
          <a:xfrm>
            <a:off x="320040" y="4133088"/>
            <a:ext cx="777240" cy="274320"/>
          </a:xfrm>
          <a:prstGeom prst="rect">
            <a:avLst/>
          </a:prstGeom>
          <a:solidFill>
            <a:srgbClr val="00E5A0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133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234440" y="4069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74720" y="40690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🔒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92040" y="40690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dados do perfil + chaves do usuário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526280"/>
            <a:ext cx="8549640" cy="420624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56" name="Shape 54"/>
          <p:cNvSpPr/>
          <p:nvPr/>
        </p:nvSpPr>
        <p:spPr>
          <a:xfrm>
            <a:off x="320040" y="4590288"/>
            <a:ext cx="777240" cy="274320"/>
          </a:xfrm>
          <a:prstGeom prst="rect">
            <a:avLst/>
          </a:prstGeom>
          <a:solidFill>
            <a:srgbClr val="00E5A0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4590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234440" y="45262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/public-keys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474720" y="45262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🔒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892040" y="4526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chaves públicas de todos os usuários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Testes de Integração — 16/16 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12344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6984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Suite 1 — Cadastro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retorna 200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591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userId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duplicado → 409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39572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 Suite 2 — 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15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retorna 200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token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118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errada → 401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72160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✍️  Suite 3 — Assinatura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41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retorna 200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242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signatureId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43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SHA-256 presente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645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 → 401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206240" cy="12344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106984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Suite 4 — Verificação+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1389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=== true → VÁLIDA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1591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Signatário correto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1792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presente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presente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4206240" cy="1234440"/>
          </a:xfrm>
          <a:prstGeom prst="rect">
            <a:avLst/>
          </a:prstGeom>
          <a:solidFill>
            <a:srgbClr val="1A1D25"/>
          </a:solidFill>
          <a:ln w="12700">
            <a:solidFill>
              <a:srgbClr val="2529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56048" y="239572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Suite 5 — Verificação-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715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falso → INVÁLIDA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0" y="2916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adulterada → INVÁLIDA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0" y="3118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adulterado → INVÁLIDA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errado → INVÁLIDA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657600"/>
            <a:ext cx="4206240" cy="1234440"/>
          </a:xfrm>
          <a:prstGeom prst="rect">
            <a:avLst/>
          </a:prstGeom>
          <a:solidFill>
            <a:srgbClr val="1A1D25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3749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🎉  RESULTADO FINAL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passaram  |  0 falharam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852</Words>
  <Application>Microsoft Office PowerPoint</Application>
  <PresentationFormat>Apresentação na tela (16:9)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AssinaDoc — Assinatura Digital Web</dc:title>
  <dc:subject>PptxGenJS Presentation</dc:subject>
  <dc:creator>Emmanuel Peralta</dc:creator>
  <cp:lastModifiedBy>Emmanuel de Oliveira Peralta Duarte</cp:lastModifiedBy>
  <cp:revision>3</cp:revision>
  <dcterms:created xsi:type="dcterms:W3CDTF">2026-03-25T21:34:34Z</dcterms:created>
  <dcterms:modified xsi:type="dcterms:W3CDTF">2026-03-25T22:57:15Z</dcterms:modified>
</cp:coreProperties>
</file>